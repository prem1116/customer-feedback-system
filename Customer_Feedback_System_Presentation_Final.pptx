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5" r:id="rId9"/>
    <p:sldId id="266" r:id="rId10"/>
    <p:sldId id="267" r:id="rId11"/>
    <p:sldId id="271" r:id="rId12"/>
    <p:sldId id="268" r:id="rId13"/>
    <p:sldId id="272" r:id="rId14"/>
    <p:sldId id="269" r:id="rId15"/>
    <p:sldId id="273" r:id="rId16"/>
    <p:sldId id="274" r:id="rId17"/>
    <p:sldId id="26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6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4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839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3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21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56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593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959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58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407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68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91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717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800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439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408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735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175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20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68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Customer Feedback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Java | JDBC | MySQL | Maven | JUnit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The Customer Feedback System is a Java-based application designed to collect and manage feedback from customers regarding various products.</a:t>
            </a:r>
          </a:p>
          <a:p>
            <a:endParaRPr sz="2400" dirty="0"/>
          </a:p>
          <a:p>
            <a:r>
              <a:rPr sz="2400" dirty="0"/>
              <a:t>It allows CRUD operations for Customers, Products, and Feedbacks, ensuring efficient data management and insights into customer satisfaction.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Abstract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The Customer Feedback System is developed using Java and MySQL to collect and manage feedback from customers about products</a:t>
            </a:r>
            <a:r>
              <a:rPr lang="en-US" sz="2200" dirty="0" smtClean="0"/>
              <a:t>. It </a:t>
            </a:r>
            <a:r>
              <a:rPr lang="en-US" sz="2200" dirty="0"/>
              <a:t>performs all CRUD operations like adding, viewing, updating, and deleting data</a:t>
            </a:r>
            <a:r>
              <a:rPr lang="en-US" sz="2200" dirty="0" smtClean="0"/>
              <a:t>. The </a:t>
            </a:r>
            <a:r>
              <a:rPr lang="en-US" sz="2200" dirty="0"/>
              <a:t>system includes exception handling, logging, and testing to ensure smooth and </a:t>
            </a:r>
            <a:r>
              <a:rPr lang="en-US" sz="2200" dirty="0" smtClean="0"/>
              <a:t>error-free </a:t>
            </a:r>
            <a:r>
              <a:rPr lang="en-US" sz="2200" dirty="0"/>
              <a:t>performance</a:t>
            </a:r>
            <a:r>
              <a:rPr lang="en-US" sz="2200" dirty="0" smtClean="0"/>
              <a:t>. It </a:t>
            </a:r>
            <a:r>
              <a:rPr lang="en-US" sz="2200" dirty="0"/>
              <a:t>helps businesses understand customer satisfaction and improve their product quality.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248820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 smtClean="0"/>
              <a:t> </a:t>
            </a:r>
            <a:r>
              <a:rPr sz="2000" dirty="0"/>
              <a:t>To provide a simple feedback management solution.</a:t>
            </a:r>
          </a:p>
          <a:p>
            <a:r>
              <a:rPr sz="2000" dirty="0" smtClean="0"/>
              <a:t> </a:t>
            </a:r>
            <a:r>
              <a:rPr sz="2000" dirty="0"/>
              <a:t>To perform CRUD operations on Customer, Product, and Feedback tables.</a:t>
            </a:r>
          </a:p>
          <a:p>
            <a:r>
              <a:rPr sz="2000" dirty="0" smtClean="0"/>
              <a:t> </a:t>
            </a:r>
            <a:r>
              <a:rPr sz="2000" dirty="0"/>
              <a:t>To establish relational integrity using MySQL foreign keys.</a:t>
            </a:r>
          </a:p>
          <a:p>
            <a:r>
              <a:rPr sz="2000" dirty="0" smtClean="0"/>
              <a:t> </a:t>
            </a:r>
            <a:r>
              <a:rPr sz="2000" dirty="0"/>
              <a:t>To test the system using JUnit test cases.</a:t>
            </a:r>
          </a:p>
          <a:p>
            <a:r>
              <a:rPr sz="2000" dirty="0" smtClean="0"/>
              <a:t> </a:t>
            </a:r>
            <a:r>
              <a:rPr sz="2000" dirty="0"/>
              <a:t>To demonstrate modular and layered architecture (DAO, Service, Model).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• Java (JDBC)</a:t>
            </a:r>
          </a:p>
          <a:p>
            <a:pPr marL="0" indent="0">
              <a:buNone/>
            </a:pPr>
            <a:r>
              <a:rPr sz="2000" dirty="0"/>
              <a:t>• MySQL Database</a:t>
            </a:r>
          </a:p>
          <a:p>
            <a:pPr marL="0" indent="0">
              <a:buNone/>
            </a:pPr>
            <a:r>
              <a:rPr sz="2000" dirty="0"/>
              <a:t>• Maven (Dependency Management)</a:t>
            </a:r>
          </a:p>
          <a:p>
            <a:pPr marL="0" indent="0">
              <a:buNone/>
            </a:pPr>
            <a:r>
              <a:rPr sz="2000" dirty="0"/>
              <a:t>• IntelliJ IDEA (IDE)</a:t>
            </a:r>
          </a:p>
          <a:p>
            <a:pPr marL="0" indent="0">
              <a:buNone/>
            </a:pPr>
            <a:r>
              <a:rPr sz="2000" dirty="0"/>
              <a:t>• JUnit 5 (Testing Framework)</a:t>
            </a:r>
          </a:p>
          <a:p>
            <a:pPr marL="0" indent="0">
              <a:buNone/>
            </a:pPr>
            <a:r>
              <a:rPr sz="2000" dirty="0"/>
              <a:t>• Logger Utility (for logging system operations)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/>
              <a:t>ER Diagram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405720" y="2490788"/>
            <a:ext cx="6569880" cy="358246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/>
              <a:t>CRUD Operations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000" b="1" dirty="0"/>
              <a:t>Customer Module:</a:t>
            </a:r>
          </a:p>
          <a:p>
            <a:pPr marL="0" indent="0">
              <a:buNone/>
            </a:pPr>
            <a:r>
              <a:rPr sz="2000" dirty="0"/>
              <a:t>• Add, View, Update, Delete </a:t>
            </a:r>
            <a:r>
              <a:rPr sz="2000" dirty="0" smtClean="0"/>
              <a:t>Customers</a:t>
            </a:r>
            <a:endParaRPr sz="2000" dirty="0"/>
          </a:p>
          <a:p>
            <a:pPr marL="0" indent="0">
              <a:buNone/>
            </a:pPr>
            <a:r>
              <a:rPr sz="2000" b="1" dirty="0"/>
              <a:t>Product Module:</a:t>
            </a:r>
          </a:p>
          <a:p>
            <a:pPr marL="0" indent="0">
              <a:buNone/>
            </a:pPr>
            <a:r>
              <a:rPr sz="2000" dirty="0"/>
              <a:t>• Add, View, Update, Delete </a:t>
            </a:r>
            <a:r>
              <a:rPr sz="2000" dirty="0" smtClean="0"/>
              <a:t>Products</a:t>
            </a:r>
            <a:endParaRPr sz="2000" dirty="0"/>
          </a:p>
          <a:p>
            <a:pPr marL="0" indent="0">
              <a:buNone/>
            </a:pPr>
            <a:r>
              <a:rPr sz="2000" b="1" dirty="0"/>
              <a:t>Feedback Module:</a:t>
            </a:r>
          </a:p>
          <a:p>
            <a:pPr marL="0" indent="0">
              <a:buNone/>
            </a:pPr>
            <a:r>
              <a:rPr sz="2000" dirty="0"/>
              <a:t>• Add, View, Update, Delete Feedbacks</a:t>
            </a:r>
          </a:p>
          <a:p>
            <a:pPr marL="0" indent="0">
              <a:buNone/>
            </a:pPr>
            <a:r>
              <a:rPr sz="2000" dirty="0"/>
              <a:t>• Each feedback is linked to a specific customer and product.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 smtClean="0"/>
              <a:t>Output </a:t>
            </a:r>
            <a:r>
              <a:rPr b="1" dirty="0"/>
              <a:t>– Main Menu</a:t>
            </a:r>
          </a:p>
        </p:txBody>
      </p:sp>
      <p:sp>
        <p:nvSpPr>
          <p:cNvPr id="3" name="Rectangle 2"/>
          <p:cNvSpPr/>
          <p:nvPr/>
        </p:nvSpPr>
        <p:spPr>
          <a:xfrm>
            <a:off x="932280" y="2647666"/>
            <a:ext cx="7287904" cy="3493828"/>
          </a:xfrm>
          <a:prstGeom prst="rect">
            <a:avLst/>
          </a:prstGeom>
          <a:solidFill>
            <a:srgbClr val="0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6488" y="2647666"/>
            <a:ext cx="4802918" cy="29546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b="1" dirty="0"/>
              <a:t>=== Welcome to Customer Feedback System </a:t>
            </a:r>
            <a:r>
              <a:rPr b="1" dirty="0" smtClean="0"/>
              <a:t>===</a:t>
            </a:r>
            <a:endParaRPr lang="en-US" b="1" dirty="0" smtClean="0"/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endParaRPr lang="en-US" dirty="0"/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lang="en-US" dirty="0" smtClean="0"/>
              <a:t>----- Main Menu -----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1. </a:t>
            </a:r>
            <a:r>
              <a:rPr dirty="0" smtClean="0"/>
              <a:t>Custome</a:t>
            </a:r>
            <a:r>
              <a:rPr lang="en-US" dirty="0" smtClean="0"/>
              <a:t>r Operations</a:t>
            </a:r>
            <a:r>
              <a:rPr dirty="0"/>
              <a:t/>
            </a:r>
            <a:br>
              <a:rPr dirty="0"/>
            </a:br>
            <a:r>
              <a:rPr dirty="0"/>
              <a:t>2. </a:t>
            </a:r>
            <a:r>
              <a:rPr dirty="0" smtClean="0"/>
              <a:t>Product</a:t>
            </a:r>
            <a:r>
              <a:rPr lang="en-US" dirty="0" smtClean="0"/>
              <a:t> Operations</a:t>
            </a:r>
            <a:r>
              <a:rPr dirty="0"/>
              <a:t/>
            </a:r>
            <a:br>
              <a:rPr dirty="0"/>
            </a:br>
            <a:r>
              <a:rPr dirty="0"/>
              <a:t>3. </a:t>
            </a:r>
            <a:r>
              <a:rPr dirty="0" smtClean="0"/>
              <a:t>Feedback</a:t>
            </a:r>
            <a:r>
              <a:rPr lang="en-US" dirty="0" smtClean="0"/>
              <a:t> Operations</a:t>
            </a:r>
            <a:r>
              <a:rPr dirty="0"/>
              <a:t/>
            </a:r>
            <a:br>
              <a:rPr dirty="0"/>
            </a:br>
            <a:r>
              <a:rPr dirty="0"/>
              <a:t>4. </a:t>
            </a:r>
            <a:r>
              <a:rPr dirty="0" smtClean="0"/>
              <a:t>Exit</a:t>
            </a:r>
            <a:r>
              <a:rPr dirty="0"/>
              <a:t/>
            </a:r>
            <a:br>
              <a:rPr dirty="0"/>
            </a:br>
            <a:endParaRPr lang="en-US" dirty="0" smtClean="0"/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dirty="0"/>
              <a:t/>
            </a:r>
            <a:br>
              <a:rPr dirty="0"/>
            </a:br>
            <a:r>
              <a:rPr dirty="0"/>
              <a:t>Enter your choice</a:t>
            </a:r>
            <a:r>
              <a:rPr dirty="0" smtClean="0"/>
              <a:t>:</a:t>
            </a:r>
            <a:r>
              <a:rPr lang="en-US" dirty="0" smtClean="0"/>
              <a:t> 1</a:t>
            </a:r>
          </a:p>
          <a:p>
            <a:pPr algn="l">
              <a:defRPr sz="1400">
                <a:solidFill>
                  <a:srgbClr val="FFFFFF"/>
                </a:solidFill>
                <a:latin typeface="Courier New"/>
              </a:defRPr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69145" y="5198356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rPr dirty="0"/>
              <a:t>This menu allows the user to navigate different operations in the 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endParaRPr b="1" dirty="0"/>
          </a:p>
        </p:txBody>
      </p:sp>
      <p:sp>
        <p:nvSpPr>
          <p:cNvPr id="3" name="Rectangle 2"/>
          <p:cNvSpPr/>
          <p:nvPr/>
        </p:nvSpPr>
        <p:spPr>
          <a:xfrm>
            <a:off x="797849" y="731029"/>
            <a:ext cx="7556765" cy="5424111"/>
          </a:xfrm>
          <a:prstGeom prst="rect">
            <a:avLst/>
          </a:prstGeom>
          <a:solidFill>
            <a:srgbClr val="0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0680" y="915337"/>
            <a:ext cx="7556764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--- Customer Menu ---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 Add Customer</a:t>
            </a:r>
          </a:p>
          <a:p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 View Customer</a:t>
            </a:r>
          </a:p>
          <a:p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 Update Customer</a:t>
            </a:r>
          </a:p>
          <a:p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 Delete Customer</a:t>
            </a:r>
          </a:p>
          <a:p>
            <a:endParaRPr 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Choice : 1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dirty="0"/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dirty="0"/>
              <a:t>Enter Name: </a:t>
            </a:r>
            <a:r>
              <a:rPr dirty="0" err="1"/>
              <a:t>Prem</a:t>
            </a:r>
            <a:r>
              <a:rPr dirty="0"/>
              <a:t/>
            </a:r>
            <a:br>
              <a:rPr dirty="0"/>
            </a:br>
            <a:r>
              <a:rPr dirty="0"/>
              <a:t>Enter Email: prem@gmail.com</a:t>
            </a:r>
            <a:br>
              <a:rPr dirty="0"/>
            </a:br>
            <a:r>
              <a:rPr dirty="0"/>
              <a:t>Enter Phone Number: </a:t>
            </a:r>
            <a:r>
              <a:rPr lang="en-US" dirty="0" smtClean="0"/>
              <a:t>7896541032</a:t>
            </a:r>
            <a:r>
              <a:rPr dirty="0"/>
              <a:t/>
            </a:r>
            <a:br>
              <a:rPr dirty="0"/>
            </a:br>
            <a:r>
              <a:rPr dirty="0"/>
              <a:t>Enter Gender: </a:t>
            </a:r>
            <a:r>
              <a:rPr dirty="0" smtClean="0"/>
              <a:t>Male</a:t>
            </a:r>
            <a:endParaRPr lang="en-US" dirty="0" smtClean="0"/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dirty="0"/>
              <a:t/>
            </a:r>
            <a:br>
              <a:rPr dirty="0"/>
            </a:br>
            <a:r>
              <a:rPr lang="en-US" dirty="0">
                <a:solidFill>
                  <a:srgbClr val="FF0000"/>
                </a:solidFill>
              </a:rPr>
              <a:t>[2025-11-03 10:25:45</a:t>
            </a:r>
            <a:r>
              <a:rPr lang="en-US" dirty="0" smtClean="0">
                <a:solidFill>
                  <a:srgbClr val="FF0000"/>
                </a:solidFill>
              </a:rPr>
              <a:t>][INFO] </a:t>
            </a:r>
            <a:r>
              <a:rPr lang="en-US" b="1" dirty="0" smtClean="0">
                <a:solidFill>
                  <a:srgbClr val="00B050"/>
                </a:solidFill>
              </a:rPr>
              <a:t>Database </a:t>
            </a:r>
            <a:r>
              <a:rPr lang="en-US" b="1" dirty="0">
                <a:solidFill>
                  <a:srgbClr val="00B050"/>
                </a:solidFill>
              </a:rPr>
              <a:t>Connected Successfully</a:t>
            </a:r>
            <a:r>
              <a:rPr lang="en-US" b="1" dirty="0" smtClean="0">
                <a:solidFill>
                  <a:srgbClr val="00B050"/>
                </a:solidFill>
              </a:rPr>
              <a:t>!</a:t>
            </a: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lang="en-US" dirty="0">
                <a:solidFill>
                  <a:srgbClr val="FF0000"/>
                </a:solidFill>
              </a:rPr>
              <a:t>[2025-11-03 </a:t>
            </a:r>
            <a:r>
              <a:rPr lang="en-US" dirty="0" smtClean="0">
                <a:solidFill>
                  <a:srgbClr val="FF0000"/>
                </a:solidFill>
              </a:rPr>
              <a:t>10:25:46][INFO] </a:t>
            </a:r>
            <a:r>
              <a:rPr lang="en-US" dirty="0" smtClean="0">
                <a:solidFill>
                  <a:schemeClr val="bg1"/>
                </a:solidFill>
              </a:rPr>
              <a:t>Customer </a:t>
            </a:r>
            <a:r>
              <a:rPr lang="en-US" dirty="0">
                <a:solidFill>
                  <a:schemeClr val="bg1"/>
                </a:solidFill>
              </a:rPr>
              <a:t>Inserted Successfully</a:t>
            </a:r>
            <a:r>
              <a:rPr lang="en-US" dirty="0" smtClean="0">
                <a:solidFill>
                  <a:schemeClr val="bg1"/>
                </a:solidFill>
              </a:rPr>
              <a:t>!</a:t>
            </a: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endParaRPr lang="en-US" dirty="0">
              <a:solidFill>
                <a:schemeClr val="bg1"/>
              </a:solidFill>
            </a:endParaRP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endParaRPr lang="en-US" dirty="0">
              <a:solidFill>
                <a:schemeClr val="bg1"/>
              </a:solidFill>
            </a:endParaRP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lang="en-US" dirty="0" smtClean="0">
                <a:solidFill>
                  <a:schemeClr val="bg1"/>
                </a:solidFill>
              </a:rPr>
              <a:t>Enter Choice : 2</a:t>
            </a: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endParaRPr lang="en-US" dirty="0">
              <a:solidFill>
                <a:schemeClr val="bg1"/>
              </a:solidFill>
            </a:endParaRP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lang="en-US" dirty="0">
                <a:solidFill>
                  <a:srgbClr val="FF0000"/>
                </a:solidFill>
              </a:rPr>
              <a:t>[2025-11-03 10:25:47</a:t>
            </a:r>
            <a:r>
              <a:rPr lang="en-US" dirty="0" smtClean="0">
                <a:solidFill>
                  <a:srgbClr val="FF0000"/>
                </a:solidFill>
              </a:rPr>
              <a:t>][</a:t>
            </a:r>
            <a:r>
              <a:rPr lang="en-US" dirty="0" smtClean="0">
                <a:solidFill>
                  <a:srgbClr val="FF0000"/>
                </a:solidFill>
              </a:rPr>
              <a:t>INFO</a:t>
            </a:r>
            <a:r>
              <a:rPr lang="en-US" dirty="0">
                <a:solidFill>
                  <a:srgbClr val="FF0000"/>
                </a:solidFill>
              </a:rPr>
              <a:t>] </a:t>
            </a:r>
            <a:r>
              <a:rPr lang="en-US" dirty="0">
                <a:solidFill>
                  <a:schemeClr val="bg1"/>
                </a:solidFill>
              </a:rPr>
              <a:t>Customer{id=1, name='</a:t>
            </a:r>
            <a:r>
              <a:rPr lang="en-US" dirty="0" err="1">
                <a:solidFill>
                  <a:schemeClr val="bg1"/>
                </a:solidFill>
              </a:rPr>
              <a:t>Prem</a:t>
            </a:r>
            <a:r>
              <a:rPr lang="en-US" dirty="0" smtClean="0">
                <a:solidFill>
                  <a:schemeClr val="bg1"/>
                </a:solidFill>
              </a:rPr>
              <a:t>', email</a:t>
            </a:r>
            <a:r>
              <a:rPr lang="en-US" dirty="0">
                <a:solidFill>
                  <a:schemeClr val="bg1"/>
                </a:solidFill>
              </a:rPr>
              <a:t>='prem@gmail.com', phone</a:t>
            </a:r>
            <a:r>
              <a:rPr lang="en-US" dirty="0" smtClean="0">
                <a:solidFill>
                  <a:schemeClr val="bg1"/>
                </a:solidFill>
              </a:rPr>
              <a:t>=‘7896541032', </a:t>
            </a:r>
            <a:r>
              <a:rPr lang="en-US" dirty="0">
                <a:solidFill>
                  <a:schemeClr val="bg1"/>
                </a:solidFill>
              </a:rPr>
              <a:t>gender='Male', </a:t>
            </a:r>
            <a:r>
              <a:rPr lang="en-US" dirty="0" err="1">
                <a:solidFill>
                  <a:schemeClr val="bg1"/>
                </a:solidFill>
              </a:rPr>
              <a:t>createdAt</a:t>
            </a:r>
            <a:r>
              <a:rPr lang="en-US" dirty="0">
                <a:solidFill>
                  <a:schemeClr val="bg1"/>
                </a:solidFill>
              </a:rPr>
              <a:t>=2025-11-03 10:25:46.000</a:t>
            </a:r>
            <a:r>
              <a:rPr lang="en-US" dirty="0" smtClean="0">
                <a:solidFill>
                  <a:schemeClr val="bg1"/>
                </a:solidFill>
              </a:rPr>
              <a:t>}</a:t>
            </a: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endParaRPr lang="en-US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 smtClean="0"/>
              <a:t>Output </a:t>
            </a:r>
            <a:r>
              <a:rPr b="1" dirty="0"/>
              <a:t>– </a:t>
            </a:r>
            <a:r>
              <a:rPr b="1" dirty="0" smtClean="0"/>
              <a:t>Product</a:t>
            </a:r>
            <a:r>
              <a:rPr lang="en-US" b="1" dirty="0" smtClean="0"/>
              <a:t> Operations</a:t>
            </a:r>
            <a:endParaRPr b="1" dirty="0"/>
          </a:p>
        </p:txBody>
      </p:sp>
      <p:sp>
        <p:nvSpPr>
          <p:cNvPr id="3" name="Rectangle 2"/>
          <p:cNvSpPr/>
          <p:nvPr/>
        </p:nvSpPr>
        <p:spPr>
          <a:xfrm>
            <a:off x="872912" y="2859284"/>
            <a:ext cx="7406640" cy="2743200"/>
          </a:xfrm>
          <a:prstGeom prst="rect">
            <a:avLst/>
          </a:prstGeom>
          <a:solidFill>
            <a:srgbClr val="0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79" y="2859284"/>
            <a:ext cx="6163329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 smtClean="0"/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lang="en-US" dirty="0"/>
              <a:t>----- Main Menu -----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1. Customer Operations</a:t>
            </a:r>
            <a:br>
              <a:rPr lang="en-US" dirty="0"/>
            </a:br>
            <a:r>
              <a:rPr lang="en-US" dirty="0"/>
              <a:t>2. Product Operations</a:t>
            </a:r>
            <a:br>
              <a:rPr lang="en-US" dirty="0"/>
            </a:br>
            <a:r>
              <a:rPr lang="en-US" dirty="0"/>
              <a:t>3. Feedback Operations</a:t>
            </a:r>
            <a:br>
              <a:rPr lang="en-US" dirty="0"/>
            </a:br>
            <a:r>
              <a:rPr lang="en-US" dirty="0"/>
              <a:t>4. Exit</a:t>
            </a:r>
            <a:br>
              <a:rPr lang="en-US" dirty="0"/>
            </a:br>
            <a:endParaRPr lang="en-US" dirty="0"/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Enter your choice: </a:t>
            </a:r>
            <a:r>
              <a:rPr lang="en-US" dirty="0" smtClean="0"/>
              <a:t>2</a:t>
            </a:r>
            <a:endParaRPr lang="en-US" dirty="0"/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797849" y="731029"/>
            <a:ext cx="7556765" cy="5424111"/>
          </a:xfrm>
          <a:prstGeom prst="rect">
            <a:avLst/>
          </a:prstGeom>
          <a:solidFill>
            <a:srgbClr val="0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0518" y="915337"/>
            <a:ext cx="715142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--- Product Menu ---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 Add Product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 View Product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 Update Product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 Delete Product</a:t>
            </a:r>
          </a:p>
          <a:p>
            <a:endParaRPr 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Choice : 1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lang="en-US" dirty="0"/>
              <a:t>Enter Product Name: Mobile</a:t>
            </a:r>
            <a:br>
              <a:rPr lang="en-US" dirty="0"/>
            </a:br>
            <a:r>
              <a:rPr lang="en-US" dirty="0"/>
              <a:t>Enter Description: High performance device</a:t>
            </a:r>
            <a:br>
              <a:rPr lang="en-US" dirty="0"/>
            </a:br>
            <a:r>
              <a:rPr lang="en-US" dirty="0"/>
              <a:t>Enter Price: 60000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[2025-11-03 10:25:45][INFO] </a:t>
            </a:r>
            <a:r>
              <a:rPr lang="en-US" b="1" dirty="0">
                <a:solidFill>
                  <a:srgbClr val="00B050"/>
                </a:solidFill>
              </a:rPr>
              <a:t>Database Connected Successfully!</a:t>
            </a: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lang="en-US" dirty="0">
                <a:solidFill>
                  <a:srgbClr val="FF0000"/>
                </a:solidFill>
              </a:rPr>
              <a:t>[2025-11-03 10:26:01</a:t>
            </a:r>
            <a:r>
              <a:rPr lang="en-US" dirty="0" smtClean="0">
                <a:solidFill>
                  <a:srgbClr val="FF0000"/>
                </a:solidFill>
              </a:rPr>
              <a:t>][INFO] </a:t>
            </a:r>
            <a:r>
              <a:rPr lang="en-US" dirty="0">
                <a:solidFill>
                  <a:schemeClr val="bg1"/>
                </a:solidFill>
              </a:rPr>
              <a:t>Product Inserted Successfully!</a:t>
            </a:r>
            <a:endParaRPr lang="en-US" dirty="0">
              <a:solidFill>
                <a:schemeClr val="bg1"/>
              </a:solidFill>
            </a:endParaRP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endParaRPr lang="en-US" dirty="0">
              <a:solidFill>
                <a:schemeClr val="bg1"/>
              </a:solidFill>
            </a:endParaRP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lang="en-US" dirty="0">
                <a:solidFill>
                  <a:schemeClr val="bg1"/>
                </a:solidFill>
              </a:rPr>
              <a:t>Enter Choice : 2</a:t>
            </a: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endParaRPr lang="en-US" dirty="0">
              <a:solidFill>
                <a:schemeClr val="bg1"/>
              </a:solidFill>
            </a:endParaRP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lang="en-US" dirty="0">
                <a:solidFill>
                  <a:srgbClr val="FF0000"/>
                </a:solidFill>
              </a:rPr>
              <a:t>[2025-11-03 10:26:03</a:t>
            </a:r>
            <a:r>
              <a:rPr lang="en-US" dirty="0" smtClean="0">
                <a:solidFill>
                  <a:srgbClr val="FF0000"/>
                </a:solidFill>
              </a:rPr>
              <a:t>][INFO] </a:t>
            </a:r>
            <a:r>
              <a:rPr lang="en-US" dirty="0">
                <a:solidFill>
                  <a:schemeClr val="bg1"/>
                </a:solidFill>
              </a:rPr>
              <a:t>Product{id=1, name='Laptop', description='Gaming Laptop', price=55000.00</a:t>
            </a:r>
            <a:r>
              <a:rPr lang="en-US" dirty="0" smtClean="0">
                <a:solidFill>
                  <a:schemeClr val="bg1"/>
                </a:solidFill>
              </a:rPr>
              <a:t>}</a:t>
            </a: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lang="en-US" dirty="0">
                <a:solidFill>
                  <a:srgbClr val="FF0000"/>
                </a:solidFill>
              </a:rPr>
              <a:t>[2025-11-03 10:26:03</a:t>
            </a:r>
            <a:r>
              <a:rPr lang="en-US" dirty="0" smtClean="0">
                <a:solidFill>
                  <a:srgbClr val="FF0000"/>
                </a:solidFill>
              </a:rPr>
              <a:t>][INFO] </a:t>
            </a:r>
            <a:r>
              <a:rPr lang="en-US" dirty="0" smtClean="0">
                <a:solidFill>
                  <a:schemeClr val="bg1"/>
                </a:solidFill>
              </a:rPr>
              <a:t>Product{id=2, </a:t>
            </a:r>
            <a:r>
              <a:rPr lang="en-US" dirty="0">
                <a:solidFill>
                  <a:schemeClr val="bg1"/>
                </a:solidFill>
              </a:rPr>
              <a:t>name</a:t>
            </a:r>
            <a:r>
              <a:rPr lang="en-US" dirty="0" smtClean="0">
                <a:solidFill>
                  <a:schemeClr val="bg1"/>
                </a:solidFill>
              </a:rPr>
              <a:t>=‘Mobile', </a:t>
            </a:r>
            <a:r>
              <a:rPr lang="en-US" dirty="0">
                <a:solidFill>
                  <a:schemeClr val="bg1"/>
                </a:solidFill>
              </a:rPr>
              <a:t>description</a:t>
            </a:r>
            <a:r>
              <a:rPr lang="en-US" dirty="0" smtClean="0">
                <a:solidFill>
                  <a:schemeClr val="bg1"/>
                </a:solidFill>
              </a:rPr>
              <a:t>=‘High performance device', </a:t>
            </a:r>
            <a:r>
              <a:rPr lang="en-US" dirty="0">
                <a:solidFill>
                  <a:schemeClr val="bg1"/>
                </a:solidFill>
              </a:rPr>
              <a:t>price=55000.00</a:t>
            </a:r>
            <a:r>
              <a:rPr lang="en-US" dirty="0" smtClean="0">
                <a:solidFill>
                  <a:schemeClr val="bg1"/>
                </a:solidFill>
              </a:rPr>
              <a:t>}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74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772969"/>
            <a:ext cx="6798735" cy="1303867"/>
          </a:xfrm>
        </p:spPr>
        <p:txBody>
          <a:bodyPr>
            <a:normAutofit fontScale="90000"/>
          </a:bodyPr>
          <a:lstStyle/>
          <a:p>
            <a:pPr algn="l"/>
            <a:r>
              <a:rPr b="1" dirty="0" smtClean="0"/>
              <a:t>Output </a:t>
            </a:r>
            <a:r>
              <a:rPr b="1" dirty="0"/>
              <a:t>– </a:t>
            </a:r>
            <a:r>
              <a:rPr b="1" dirty="0" smtClean="0"/>
              <a:t>Feedback</a:t>
            </a:r>
            <a:r>
              <a:rPr lang="en-US" b="1" dirty="0" smtClean="0"/>
              <a:t> Operations</a:t>
            </a:r>
            <a:endParaRPr b="1" dirty="0"/>
          </a:p>
        </p:txBody>
      </p:sp>
      <p:sp>
        <p:nvSpPr>
          <p:cNvPr id="3" name="Rectangle 2"/>
          <p:cNvSpPr/>
          <p:nvPr/>
        </p:nvSpPr>
        <p:spPr>
          <a:xfrm>
            <a:off x="937056" y="2846759"/>
            <a:ext cx="7406640" cy="2743200"/>
          </a:xfrm>
          <a:prstGeom prst="rect">
            <a:avLst/>
          </a:prstGeom>
          <a:solidFill>
            <a:srgbClr val="0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160" y="3202696"/>
            <a:ext cx="70504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lang="en-US" dirty="0"/>
              <a:t>----- Main Menu -----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1. Customer Operations</a:t>
            </a:r>
            <a:br>
              <a:rPr lang="en-US" dirty="0"/>
            </a:br>
            <a:r>
              <a:rPr lang="en-US" dirty="0"/>
              <a:t>2. Product Operations</a:t>
            </a:r>
            <a:br>
              <a:rPr lang="en-US" dirty="0"/>
            </a:br>
            <a:r>
              <a:rPr lang="en-US" dirty="0"/>
              <a:t>3. Feedback Operations</a:t>
            </a:r>
            <a:br>
              <a:rPr lang="en-US" dirty="0"/>
            </a:br>
            <a:r>
              <a:rPr lang="en-US" dirty="0"/>
              <a:t>4. Exit</a:t>
            </a:r>
            <a:br>
              <a:rPr lang="en-US" dirty="0"/>
            </a:br>
            <a:endParaRPr lang="en-US" dirty="0"/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Enter your choice: 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797849" y="731029"/>
            <a:ext cx="7556765" cy="5424111"/>
          </a:xfrm>
          <a:prstGeom prst="rect">
            <a:avLst/>
          </a:prstGeom>
          <a:solidFill>
            <a:srgbClr val="0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371" y="915337"/>
            <a:ext cx="710372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---Feedback Menu---</a:t>
            </a:r>
          </a:p>
          <a:p>
            <a:endParaRPr 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 Add </a:t>
            </a: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Feedback</a:t>
            </a:r>
            <a:endParaRPr 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 View </a:t>
            </a: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Feedback</a:t>
            </a:r>
            <a:endParaRPr 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 Update </a:t>
            </a: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Feedback</a:t>
            </a:r>
            <a:endParaRPr 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 Delete </a:t>
            </a: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Feedback</a:t>
            </a:r>
            <a:endParaRPr 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Choice : </a:t>
            </a: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endParaRPr 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Customer ID: 1</a:t>
            </a:r>
            <a:b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Product ID: 2</a:t>
            </a:r>
            <a:b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Feedback Message: Excellent quality!</a:t>
            </a:r>
            <a:b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Rating (1-5): </a:t>
            </a: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endParaRPr lang="en-US" sz="1400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[2025-11-03 10:25:45</a:t>
            </a:r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r>
              <a:rPr lang="en-US" sz="1400" dirty="0">
                <a:solidFill>
                  <a:srgbClr val="FF0000"/>
                </a:solidFill>
              </a:rPr>
              <a:t>]  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Database </a:t>
            </a:r>
            <a:r>
              <a:rPr 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Connected Successfully</a:t>
            </a:r>
            <a:r>
              <a:rPr lang="en-US" sz="1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endParaRPr lang="en-US" sz="1400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2025-11-03 10:26:20</a:t>
            </a:r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][INFO] </a:t>
            </a: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Feedback 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Inserted Successfully</a:t>
            </a: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endParaRPr 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Choice : 2</a:t>
            </a:r>
          </a:p>
          <a:p>
            <a:endParaRPr 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[2025-11-03 10:26:21</a:t>
            </a:r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][INFO] 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Feedback{id=1, </a:t>
            </a:r>
            <a:r>
              <a:rPr lang="en-US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customerId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=1, </a:t>
            </a:r>
            <a:r>
              <a:rPr lang="en-US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=1, message='Excellent service!', rating=5}</a:t>
            </a:r>
            <a:b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IN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521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b="1" dirty="0" smtClean="0"/>
              <a:t>Output </a:t>
            </a:r>
            <a:r>
              <a:rPr b="1" dirty="0"/>
              <a:t>– View All Customers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72912" y="2606040"/>
            <a:ext cx="7406640" cy="2743200"/>
          </a:xfrm>
          <a:prstGeom prst="rect">
            <a:avLst/>
          </a:prstGeom>
          <a:solidFill>
            <a:srgbClr val="0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3657" y="2549782"/>
            <a:ext cx="697946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1400">
                <a:solidFill>
                  <a:srgbClr val="FFFFFF"/>
                </a:solidFill>
                <a:latin typeface="Courier New"/>
              </a:defRPr>
            </a:pPr>
            <a:r>
              <a:rPr dirty="0"/>
              <a:t>Customer{id=1, name='</a:t>
            </a:r>
            <a:r>
              <a:rPr dirty="0" err="1"/>
              <a:t>Prem</a:t>
            </a:r>
            <a:r>
              <a:rPr dirty="0"/>
              <a:t>', email='prem@gmail.com', phone='9876543210', gender='Male', </a:t>
            </a:r>
            <a:r>
              <a:rPr dirty="0" err="1"/>
              <a:t>createdAt</a:t>
            </a:r>
            <a:r>
              <a:rPr dirty="0"/>
              <a:t>='2025-11-02 19:40:00'}</a:t>
            </a:r>
            <a:br>
              <a:rPr dirty="0"/>
            </a:br>
            <a:r>
              <a:rPr dirty="0"/>
              <a:t>Customer{id=2, name='</a:t>
            </a:r>
            <a:r>
              <a:rPr dirty="0" err="1"/>
              <a:t>Priya</a:t>
            </a:r>
            <a:r>
              <a:rPr dirty="0"/>
              <a:t>', email='priya@gmail.com', phone='9123456789', gender='Female', </a:t>
            </a:r>
            <a:r>
              <a:rPr dirty="0" err="1"/>
              <a:t>createdAt</a:t>
            </a:r>
            <a:r>
              <a:rPr dirty="0"/>
              <a:t>='2025-11-02 19:42:00'}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>
                <a:solidFill>
                  <a:srgbClr val="00B050"/>
                </a:solidFill>
              </a:rPr>
              <a:t>Fetched all customers successfully!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066" y="4586405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rPr dirty="0"/>
              <a:t>Displays the list of all customers currently stored in the system database.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Test Case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0431"/>
              </p:ext>
            </p:extLst>
          </p:nvPr>
        </p:nvGraphicFramePr>
        <p:xfrm>
          <a:off x="750627" y="2557058"/>
          <a:ext cx="762909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342"/>
                <a:gridCol w="1255959"/>
                <a:gridCol w="1897039"/>
                <a:gridCol w="2205423"/>
                <a:gridCol w="1097335"/>
              </a:tblGrid>
              <a:tr h="599953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Test Case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Module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Description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Expected Result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Status</a:t>
                      </a:r>
                      <a:endParaRPr lang="en-IN" dirty="0"/>
                    </a:p>
                  </a:txBody>
                  <a:tcPr/>
                </a:tc>
              </a:tr>
              <a:tr h="599953">
                <a:tc>
                  <a:txBody>
                    <a:bodyPr/>
                    <a:lstStyle/>
                    <a:p>
                      <a:r>
                        <a:rPr lang="en-US" dirty="0" smtClean="0"/>
                        <a:t>TC01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Customer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Add new customer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Customer added successfully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✅ Passed</a:t>
                      </a:r>
                      <a:endParaRPr lang="en-IN" dirty="0"/>
                    </a:p>
                  </a:txBody>
                  <a:tcPr/>
                </a:tc>
              </a:tr>
              <a:tr h="599953">
                <a:tc>
                  <a:txBody>
                    <a:bodyPr/>
                    <a:lstStyle/>
                    <a:p>
                      <a:r>
                        <a:rPr lang="en-US" dirty="0" smtClean="0"/>
                        <a:t>TC02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Update product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Product updated successfully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✅ Passed</a:t>
                      </a:r>
                      <a:endParaRPr lang="en-IN" dirty="0"/>
                    </a:p>
                  </a:txBody>
                  <a:tcPr/>
                </a:tc>
              </a:tr>
              <a:tr h="599953">
                <a:tc>
                  <a:txBody>
                    <a:bodyPr/>
                    <a:lstStyle/>
                    <a:p>
                      <a:r>
                        <a:rPr lang="en-US" dirty="0" smtClean="0"/>
                        <a:t>TC03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Feedback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Insert valid feedback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Feedback added successfully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✅ Passed</a:t>
                      </a:r>
                      <a:endParaRPr lang="en-IN" dirty="0"/>
                    </a:p>
                  </a:txBody>
                  <a:tcPr/>
                </a:tc>
              </a:tr>
              <a:tr h="857076">
                <a:tc>
                  <a:txBody>
                    <a:bodyPr/>
                    <a:lstStyle/>
                    <a:p>
                      <a:r>
                        <a:rPr lang="en-US" dirty="0" smtClean="0"/>
                        <a:t>TC04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Database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Establish Connection</a:t>
                      </a:r>
                      <a:endParaRPr lang="en-IN" dirty="0" smtClean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Database Connected Successfully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✅ Passed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287" y="2606723"/>
            <a:ext cx="709683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Add a web interface using Spring Boot or </a:t>
            </a:r>
            <a:r>
              <a:rPr lang="en-IN" sz="2000" dirty="0" smtClean="0"/>
              <a:t>React.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/>
              <a:t>Implement </a:t>
            </a:r>
            <a:r>
              <a:rPr lang="en-IN" sz="2000" dirty="0"/>
              <a:t>sentiment analysis for feedback text using </a:t>
            </a:r>
            <a:r>
              <a:rPr lang="en-IN" sz="2000" dirty="0" smtClean="0"/>
              <a:t>AI.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/>
              <a:t>Generate </a:t>
            </a:r>
            <a:r>
              <a:rPr lang="en-IN" sz="2000" dirty="0"/>
              <a:t>PDF/Excel reports for </a:t>
            </a:r>
            <a:r>
              <a:rPr lang="en-IN" sz="2000" dirty="0" smtClean="0"/>
              <a:t>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/>
              <a:t>Enable </a:t>
            </a:r>
            <a:r>
              <a:rPr lang="en-IN" sz="2000" dirty="0"/>
              <a:t>user authentication and role </a:t>
            </a:r>
            <a:r>
              <a:rPr lang="en-IN" sz="2000" dirty="0" smtClean="0"/>
              <a:t>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/>
              <a:t>Add </a:t>
            </a:r>
            <a:r>
              <a:rPr lang="en-IN" sz="2000" dirty="0"/>
              <a:t>analytics dashboard for customer satisfaction trends.</a:t>
            </a:r>
          </a:p>
        </p:txBody>
      </p:sp>
    </p:spTree>
    <p:extLst>
      <p:ext uri="{BB962C8B-B14F-4D97-AF65-F5344CB8AC3E}">
        <p14:creationId xmlns:p14="http://schemas.microsoft.com/office/powerpoint/2010/main" val="110996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The Customer Feedback System successfully demonstrates:</a:t>
            </a:r>
          </a:p>
          <a:p>
            <a:pPr marL="0" indent="0">
              <a:buNone/>
            </a:pPr>
            <a:r>
              <a:rPr sz="2000" dirty="0"/>
              <a:t>• Integration of Java, JDBC, and MySQL.</a:t>
            </a:r>
          </a:p>
          <a:p>
            <a:pPr marL="0" indent="0">
              <a:buNone/>
            </a:pPr>
            <a:r>
              <a:rPr sz="2000" dirty="0"/>
              <a:t>• Effective CRUD functionality.</a:t>
            </a:r>
          </a:p>
          <a:p>
            <a:pPr marL="0" indent="0">
              <a:buNone/>
            </a:pPr>
            <a:r>
              <a:rPr sz="2000" dirty="0"/>
              <a:t>• Proper database relationships and constraints.</a:t>
            </a:r>
          </a:p>
          <a:p>
            <a:pPr marL="0" indent="0">
              <a:buNone/>
            </a:pPr>
            <a:r>
              <a:rPr sz="2000" dirty="0"/>
              <a:t>• Testing with JUnit for reliability</a:t>
            </a:r>
            <a:r>
              <a:rPr sz="2000" dirty="0" smtClean="0"/>
              <a:t>.</a:t>
            </a: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 smtClean="0"/>
              <a:t>Thank you…!</a:t>
            </a:r>
            <a:endParaRPr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412</TotalTime>
  <Words>571</Words>
  <Application>Microsoft Office PowerPoint</Application>
  <PresentationFormat>On-screen Show (4:3)</PresentationFormat>
  <Paragraphs>140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Courier New</vt:lpstr>
      <vt:lpstr>Garamond</vt:lpstr>
      <vt:lpstr>Organic</vt:lpstr>
      <vt:lpstr>Customer Feedback System</vt:lpstr>
      <vt:lpstr>Introduction</vt:lpstr>
      <vt:lpstr>Abstract</vt:lpstr>
      <vt:lpstr>Objectives</vt:lpstr>
      <vt:lpstr>Technologies Used</vt:lpstr>
      <vt:lpstr>ER Diagram</vt:lpstr>
      <vt:lpstr>CRUD Operations Overview</vt:lpstr>
      <vt:lpstr>Output – Main Menu</vt:lpstr>
      <vt:lpstr>PowerPoint Presentation</vt:lpstr>
      <vt:lpstr>Output – Product Operations</vt:lpstr>
      <vt:lpstr>PowerPoint Presentation</vt:lpstr>
      <vt:lpstr>Output – Feedback Operations</vt:lpstr>
      <vt:lpstr>PowerPoint Presentation</vt:lpstr>
      <vt:lpstr>Output – View All Customers</vt:lpstr>
      <vt:lpstr>Test Case Summary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Feedback System</dc:title>
  <dc:subject/>
  <dc:creator/>
  <cp:keywords/>
  <dc:description>generated using python-pptx</dc:description>
  <cp:lastModifiedBy>Microsoft account</cp:lastModifiedBy>
  <cp:revision>18</cp:revision>
  <dcterms:created xsi:type="dcterms:W3CDTF">2013-01-27T09:14:16Z</dcterms:created>
  <dcterms:modified xsi:type="dcterms:W3CDTF">2025-11-05T17:10:54Z</dcterms:modified>
  <cp:category/>
</cp:coreProperties>
</file>